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macOS GUI Automation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Fast. Script-free. Powerful.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 click Safari 42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cu?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blazing-fast CLI tool for macOS GUI automation.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scripts needed — just commands.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5ms with daemon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Element indices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Dialog handling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6868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AI-Ready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Start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058400" cy="3657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254000" tIns="254000" rIns="254000" bIns="254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python3 /tmp/cu.py daemon 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Daemon started on port 8765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python3 /tmp/cu.py warmup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Warming up MCP connection...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 snapshot Safari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 42 elements in Safari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Commands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snapshot &lt;app&gt;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UI accessibility tree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click &lt;app&gt; &lt;idx&gt;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element by index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type &lt;app&gt; &lt;text&gt;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468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key &lt;app&gt; &lt;key&gt;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Press key (return, tab, cmd+s)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set &lt;app&gt; &lt;idx&gt; &lt;val&gt;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text field 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find &lt;app&gt; &lt;query&gt;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4389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UI elements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Dialog Handling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Auto-detect and dismiss popups, alerts, and dialogs.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058400" cy="2743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254000" tIns="254000" rIns="254000" bIns="254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 system-dialogs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 2 dialogs across 3 apps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 dismiss-all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Dismissed 2 dialogs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 dialog Safari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dialogs in Safari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Daemon Mode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MCP warm for instant response.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45720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Cold Start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~85ms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command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4572000" cy="2743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Daemon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2743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~5ms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9436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17x faster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to AI agents: Claude, ChatGPT, OpenCode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05840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254000" tIns="254000" rIns="254000" bIns="254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"mcpServers":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"cu":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"command": "python3",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"args": ["/tmp/cu-server/server.py"]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tools available: snapshot, click, type, key, find, set_value, screenshot, apps, scroll, system_dialogs, dismiss_all, ocr, clipboard, focus, escape, confirm, wait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Office Suite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Built-in support for common file formats.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00584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xlsx file.xlsx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Recalculate Excel formulas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00584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pdf input.pdf output/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2560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to images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00584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pptx file.pptx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291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slide to presentation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00584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docx "Title"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4023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Word document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Install: brew install open-computer-use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Configure: Add API keys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Start daemon: cu daemon start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Warm up: cu warmup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 Use: cu snapshot Safari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github.com/killsng/sky-computer-use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Fast. Script-free. Powerful.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— macOS GUI Automation</dc:title>
  <dc:subject>PptxGenJS Presentation</dc:subject>
  <dc:creator>SkyCUA</dc:creator>
  <cp:lastModifiedBy>SkyCUA</cp:lastModifiedBy>
  <cp:revision>1</cp:revision>
  <dcterms:created xsi:type="dcterms:W3CDTF">2026-08-01T19:57:03Z</dcterms:created>
  <dcterms:modified xsi:type="dcterms:W3CDTF">2026-08-01T19:57:03Z</dcterms:modified>
</cp:coreProperties>
</file>